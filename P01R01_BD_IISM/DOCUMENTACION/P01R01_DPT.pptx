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4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12" y="-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6021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67263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341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44698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88376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4686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4322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17157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20027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8752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72047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A90DC867-3AE1-4403-BBDA-D610F204E024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446F0F65-2CB4-48EF-AA2A-E352E7BBEFD0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14458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 smtClean="0"/>
              <a:t>Documentación </a:t>
            </a:r>
            <a:r>
              <a:rPr lang="es-ES" dirty="0" smtClean="0"/>
              <a:t>– P01R01_BD</a:t>
            </a:r>
            <a:r>
              <a:rPr lang="es-ES" dirty="0" smtClean="0"/>
              <a:t/>
            </a:r>
            <a:br>
              <a:rPr lang="es-ES" dirty="0" smtClean="0"/>
            </a:br>
            <a:endParaRPr lang="es-MX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 smtClean="0"/>
              <a:t>Isaac Isaid soto Martínez</a:t>
            </a:r>
          </a:p>
          <a:p>
            <a:r>
              <a:rPr lang="es-ES" dirty="0" smtClean="0"/>
              <a:t>Base de datos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58276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Creación de base de datos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7389" y="2181225"/>
            <a:ext cx="9077221" cy="3678238"/>
          </a:xfrm>
        </p:spPr>
      </p:pic>
    </p:spTree>
    <p:extLst>
      <p:ext uri="{BB962C8B-B14F-4D97-AF65-F5344CB8AC3E}">
        <p14:creationId xmlns:p14="http://schemas.microsoft.com/office/powerpoint/2010/main" val="1318926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BASE DE DATOS EXISTENTE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088" y="2181225"/>
            <a:ext cx="8405824" cy="3678238"/>
          </a:xfrm>
        </p:spPr>
      </p:pic>
    </p:spTree>
    <p:extLst>
      <p:ext uri="{BB962C8B-B14F-4D97-AF65-F5344CB8AC3E}">
        <p14:creationId xmlns:p14="http://schemas.microsoft.com/office/powerpoint/2010/main" val="23734310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TABLA CLIENTES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275" y="2181225"/>
            <a:ext cx="7411449" cy="3678238"/>
          </a:xfrm>
        </p:spPr>
      </p:pic>
    </p:spTree>
    <p:extLst>
      <p:ext uri="{BB962C8B-B14F-4D97-AF65-F5344CB8AC3E}">
        <p14:creationId xmlns:p14="http://schemas.microsoft.com/office/powerpoint/2010/main" val="916632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TABLA PRODUCTOS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951" y="2181225"/>
            <a:ext cx="8146098" cy="3678238"/>
          </a:xfrm>
        </p:spPr>
      </p:pic>
    </p:spTree>
    <p:extLst>
      <p:ext uri="{BB962C8B-B14F-4D97-AF65-F5344CB8AC3E}">
        <p14:creationId xmlns:p14="http://schemas.microsoft.com/office/powerpoint/2010/main" val="1600952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TABLA pedidos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3341" y="2181225"/>
            <a:ext cx="6645318" cy="3678238"/>
          </a:xfrm>
        </p:spPr>
      </p:pic>
    </p:spTree>
    <p:extLst>
      <p:ext uri="{BB962C8B-B14F-4D97-AF65-F5344CB8AC3E}">
        <p14:creationId xmlns:p14="http://schemas.microsoft.com/office/powerpoint/2010/main" val="1779340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Tablas ya existentes</a:t>
            </a:r>
            <a:endParaRPr lang="es-MX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613" y="2181225"/>
            <a:ext cx="7864774" cy="3678238"/>
          </a:xfrm>
        </p:spPr>
      </p:pic>
    </p:spTree>
    <p:extLst>
      <p:ext uri="{BB962C8B-B14F-4D97-AF65-F5344CB8AC3E}">
        <p14:creationId xmlns:p14="http://schemas.microsoft.com/office/powerpoint/2010/main" val="2245017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Carga inicial de registros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92705" y="2181225"/>
            <a:ext cx="6606589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47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Creación DE  VISTAS (</a:t>
            </a:r>
            <a:r>
              <a:rPr lang="es-ES" dirty="0" err="1" smtClean="0"/>
              <a:t>view</a:t>
            </a:r>
            <a:r>
              <a:rPr lang="es-ES" dirty="0" smtClean="0"/>
              <a:t>)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9162" y="2181225"/>
            <a:ext cx="8513675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8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Creación de procedimientos almacenados (</a:t>
            </a:r>
            <a:r>
              <a:rPr lang="es-ES" dirty="0" err="1" smtClean="0"/>
              <a:t>sp</a:t>
            </a:r>
            <a:r>
              <a:rPr lang="es-ES" dirty="0" smtClean="0"/>
              <a:t>)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8670" y="2181225"/>
            <a:ext cx="6914660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3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Creación </a:t>
            </a:r>
            <a:r>
              <a:rPr lang="es-ES" dirty="0" smtClean="0"/>
              <a:t>de disparadores (</a:t>
            </a:r>
            <a:r>
              <a:rPr lang="es-ES" dirty="0" err="1" smtClean="0"/>
              <a:t>triggers</a:t>
            </a:r>
            <a:r>
              <a:rPr lang="es-ES" dirty="0" smtClean="0"/>
              <a:t>)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157" y="2181225"/>
            <a:ext cx="8813685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51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Consultas generales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2120265"/>
            <a:ext cx="5159208" cy="262089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950" y="2120264"/>
            <a:ext cx="5208858" cy="2522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17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JOINS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8993" y="2181225"/>
            <a:ext cx="7314014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992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CREACIÓN DE JOBS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470" y="2181225"/>
            <a:ext cx="7417059" cy="3678238"/>
          </a:xfrm>
        </p:spPr>
      </p:pic>
    </p:spTree>
    <p:extLst>
      <p:ext uri="{BB962C8B-B14F-4D97-AF65-F5344CB8AC3E}">
        <p14:creationId xmlns:p14="http://schemas.microsoft.com/office/powerpoint/2010/main" val="35211394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JOBS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081" y="2181225"/>
            <a:ext cx="6817837" cy="3678238"/>
          </a:xfrm>
        </p:spPr>
      </p:pic>
    </p:spTree>
    <p:extLst>
      <p:ext uri="{BB962C8B-B14F-4D97-AF65-F5344CB8AC3E}">
        <p14:creationId xmlns:p14="http://schemas.microsoft.com/office/powerpoint/2010/main" val="3560958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JOBS</a:t>
            </a:r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6574" y="2181225"/>
            <a:ext cx="7758852" cy="3678238"/>
          </a:xfrm>
        </p:spPr>
      </p:pic>
    </p:spTree>
    <p:extLst>
      <p:ext uri="{BB962C8B-B14F-4D97-AF65-F5344CB8AC3E}">
        <p14:creationId xmlns:p14="http://schemas.microsoft.com/office/powerpoint/2010/main" val="21584905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Diagrama entidad relación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365" y="2181225"/>
            <a:ext cx="8587270" cy="3678238"/>
          </a:xfrm>
        </p:spPr>
      </p:pic>
    </p:spTree>
    <p:extLst>
      <p:ext uri="{BB962C8B-B14F-4D97-AF65-F5344CB8AC3E}">
        <p14:creationId xmlns:p14="http://schemas.microsoft.com/office/powerpoint/2010/main" val="2181311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Contingencia </a:t>
            </a:r>
            <a:r>
              <a:rPr lang="es-MX" dirty="0" err="1" smtClean="0"/>
              <a:t>job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2775" y="2181225"/>
            <a:ext cx="7986450" cy="3678238"/>
          </a:xfrm>
        </p:spPr>
      </p:pic>
    </p:spTree>
    <p:extLst>
      <p:ext uri="{BB962C8B-B14F-4D97-AF65-F5344CB8AC3E}">
        <p14:creationId xmlns:p14="http://schemas.microsoft.com/office/powerpoint/2010/main" val="3045945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CONTINGENCIA TRIGGERS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450" y="2181225"/>
            <a:ext cx="7657100" cy="3678238"/>
          </a:xfrm>
        </p:spPr>
      </p:pic>
    </p:spTree>
    <p:extLst>
      <p:ext uri="{BB962C8B-B14F-4D97-AF65-F5344CB8AC3E}">
        <p14:creationId xmlns:p14="http://schemas.microsoft.com/office/powerpoint/2010/main" val="4064570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Contingencia </a:t>
            </a:r>
            <a:r>
              <a:rPr lang="es-MX" dirty="0" err="1" smtClean="0"/>
              <a:t>stored</a:t>
            </a:r>
            <a:r>
              <a:rPr lang="es-MX" dirty="0" smtClean="0"/>
              <a:t> </a:t>
            </a:r>
            <a:r>
              <a:rPr lang="es-MX" dirty="0" err="1" smtClean="0"/>
              <a:t>procedure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78753" y="2181225"/>
            <a:ext cx="7234493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8817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Contingencia </a:t>
            </a:r>
            <a:r>
              <a:rPr lang="es-MX" dirty="0" err="1" smtClean="0"/>
              <a:t>view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593" y="2181225"/>
            <a:ext cx="8740813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966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Contingencia carga inicial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1827" y="2181225"/>
            <a:ext cx="8528346" cy="3678238"/>
          </a:xfrm>
        </p:spPr>
      </p:pic>
    </p:spTree>
    <p:extLst>
      <p:ext uri="{BB962C8B-B14F-4D97-AF65-F5344CB8AC3E}">
        <p14:creationId xmlns:p14="http://schemas.microsoft.com/office/powerpoint/2010/main" val="620476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CONTINGENCIA TABLAS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8297" y="2181225"/>
            <a:ext cx="8175405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12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Contingencia base de datos</a:t>
            </a:r>
            <a:endParaRPr lang="es-MX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9732" y="2181225"/>
            <a:ext cx="8312535" cy="3678238"/>
          </a:xfrm>
        </p:spPr>
      </p:pic>
    </p:spTree>
    <p:extLst>
      <p:ext uri="{BB962C8B-B14F-4D97-AF65-F5344CB8AC3E}">
        <p14:creationId xmlns:p14="http://schemas.microsoft.com/office/powerpoint/2010/main" val="406005640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TM03457464[[fn=Dividendo]]</Template>
  <TotalTime>829</TotalTime>
  <Words>84</Words>
  <Application>Microsoft Office PowerPoint</Application>
  <PresentationFormat>Panorámica</PresentationFormat>
  <Paragraphs>26</Paragraphs>
  <Slides>24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7" baseType="lpstr">
      <vt:lpstr>Gill Sans MT</vt:lpstr>
      <vt:lpstr>Wingdings 2</vt:lpstr>
      <vt:lpstr>Dividendo</vt:lpstr>
      <vt:lpstr>Documentación – P01R01_BD </vt:lpstr>
      <vt:lpstr>Creación de base de datos</vt:lpstr>
      <vt:lpstr>BASE DE DATOS EXISTENTE</vt:lpstr>
      <vt:lpstr>TABLA CLIENTES</vt:lpstr>
      <vt:lpstr>TABLA PRODUCTOS</vt:lpstr>
      <vt:lpstr>TABLA pedidos</vt:lpstr>
      <vt:lpstr>Tablas ya existentes</vt:lpstr>
      <vt:lpstr>Carga inicial de registros</vt:lpstr>
      <vt:lpstr>Creación DE  VISTAS (view)</vt:lpstr>
      <vt:lpstr>Creación de procedimientos almacenados (sp)</vt:lpstr>
      <vt:lpstr>Creación de disparadores (triggers)</vt:lpstr>
      <vt:lpstr>Consultas generales</vt:lpstr>
      <vt:lpstr>JOINS</vt:lpstr>
      <vt:lpstr>CREACIÓN DE JOBS</vt:lpstr>
      <vt:lpstr>CREACIÓN DE JOBS</vt:lpstr>
      <vt:lpstr>CREACIÓN DE JOBS</vt:lpstr>
      <vt:lpstr>Diagrama entidad relación</vt:lpstr>
      <vt:lpstr>Contingencia job</vt:lpstr>
      <vt:lpstr>CONTINGENCIA TRIGGERS</vt:lpstr>
      <vt:lpstr>Contingencia stored procedure</vt:lpstr>
      <vt:lpstr>Contingencia view</vt:lpstr>
      <vt:lpstr>Contingencia carga inicial</vt:lpstr>
      <vt:lpstr>CONTINGENCIA TABLAS</vt:lpstr>
      <vt:lpstr>Contingencia base de datos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Documentación</dc:title>
  <dc:creator>TR-PA</dc:creator>
  <cp:lastModifiedBy>TR-PA</cp:lastModifiedBy>
  <cp:revision>9</cp:revision>
  <dcterms:created xsi:type="dcterms:W3CDTF">2026-10-02T05:19:17Z</dcterms:created>
  <dcterms:modified xsi:type="dcterms:W3CDTF">2026-10-03T04:46:20Z</dcterms:modified>
</cp:coreProperties>
</file>